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/>
    <p:restoredTop sz="94658"/>
  </p:normalViewPr>
  <p:slideViewPr>
    <p:cSldViewPr snapToGrid="0">
      <p:cViewPr varScale="1">
        <p:scale>
          <a:sx n="99" d="100"/>
          <a:sy n="99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69819C-7C03-4ADA-62CF-E70CE024C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BFE8E4-0BD9-F8F8-97AF-03B578311C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7926A1-9B62-C528-C8ED-B67CCFAF2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1ADD7-EA96-4F45-A363-3C5152626663}" type="datetimeFigureOut">
              <a:rPr kumimoji="1" lang="ko-KR" altLang="en-US" smtClean="0"/>
              <a:t>2026. 7. 12.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EB68FE-A8BC-7A1A-AC8A-42CEF2C97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676410-484A-C003-24D1-B982116A2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C8FB2-9E1B-A248-8346-970828621EA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68040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5D39FA-615B-CCF6-2E9C-534E979A8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76D443-247F-92C5-2B15-595957095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19FFCE-DFAD-9DEE-0E70-CF1D56CAC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1ADD7-EA96-4F45-A363-3C5152626663}" type="datetimeFigureOut">
              <a:rPr kumimoji="1" lang="ko-KR" altLang="en-US" smtClean="0"/>
              <a:t>2026. 7. 12.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A09159-770E-38D1-06A5-A6D1CD6F4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B772CD-DFD9-7730-FA34-1F207BBB9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C8FB2-9E1B-A248-8346-970828621EA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91594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193A84-FD9D-0C20-C892-71300D101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67F09E-6BCF-2C50-0568-EE5F04FCA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06B5D7-2384-6E67-B9E4-C8416F05D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1ADD7-EA96-4F45-A363-3C5152626663}" type="datetimeFigureOut">
              <a:rPr kumimoji="1" lang="ko-KR" altLang="en-US" smtClean="0"/>
              <a:t>2026. 7. 12.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4F2DA3-C7CE-B617-8AB4-87807D2D4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9C3153-7D78-7BBC-1D1D-07AC8A004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C8FB2-9E1B-A248-8346-970828621EA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4205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B68E9F-27D4-A258-3334-1B60785A9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4D7244-6B46-EF41-BB67-0BAE708ABC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AAE0FF6-700D-4031-E727-1FF495457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F6F5AE-FAD3-5C7D-2230-C43451E4B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1ADD7-EA96-4F45-A363-3C5152626663}" type="datetimeFigureOut">
              <a:rPr kumimoji="1" lang="ko-KR" altLang="en-US" smtClean="0"/>
              <a:t>2026. 7. 12.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33E112-4899-648F-282E-B1BD38708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46805E-F9B4-0CAE-5C47-324844690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C8FB2-9E1B-A248-8346-970828621EA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59900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FB0D57-8853-6370-A2F6-7F04AB2FF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EB2CE0-B502-9F5D-7C52-C465A37F2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F5D87C-C30B-EB27-9030-6F247E8B7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C97F93B-1A89-737F-C887-50B108D1CB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937EB63-4093-AF1D-CCD0-FD2E231B65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12A3A97-C921-4EC5-54BD-15E481271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1ADD7-EA96-4F45-A363-3C5152626663}" type="datetimeFigureOut">
              <a:rPr kumimoji="1" lang="ko-KR" altLang="en-US" smtClean="0"/>
              <a:t>2026. 7. 12.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B151E82-6EE7-1857-99C1-63D9432CE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0720DD7-D355-37E4-238E-DAD44775D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C8FB2-9E1B-A248-8346-970828621EA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82158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237BA4-884F-F2B8-C647-07368488F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498088B-FA0F-9262-38BE-29AB26286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1ADD7-EA96-4F45-A363-3C5152626663}" type="datetimeFigureOut">
              <a:rPr kumimoji="1" lang="ko-KR" altLang="en-US" smtClean="0"/>
              <a:t>2026. 7. 12.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C697E10-61FD-BA5C-F661-E643078BD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C2B341-DA7B-9FC6-A5EB-DC0B0DE59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C8FB2-9E1B-A248-8346-970828621EA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01312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D7089F-FB66-00AA-0EB3-9147D3538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1ADD7-EA96-4F45-A363-3C5152626663}" type="datetimeFigureOut">
              <a:rPr kumimoji="1" lang="ko-KR" altLang="en-US" smtClean="0"/>
              <a:t>2026. 7. 12.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99A0799-94A3-27B3-8EE4-A2D3C31FF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3FABCB-7D96-C56E-AAA1-0AB438B37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C8FB2-9E1B-A248-8346-970828621EA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49006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4D841D-ED5F-2D3C-3E00-0B85005F8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2CE7C6-9F5A-AE32-B4EE-4CECD9E69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A7706D-EC84-6B9D-86B3-2EA36B2DB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E36070-5AA6-62B2-326D-637CDA015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1ADD7-EA96-4F45-A363-3C5152626663}" type="datetimeFigureOut">
              <a:rPr kumimoji="1" lang="ko-KR" altLang="en-US" smtClean="0"/>
              <a:t>2026. 7. 12.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313408-3720-70AC-455D-16205FB37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3315AB-8F0D-BB72-8C16-5882A60C0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C8FB2-9E1B-A248-8346-970828621EA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13530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0CB14F-C702-DAC8-9261-520A5D79E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CEC0417-0507-01A7-564F-F806554B72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BDA1A0-2F08-559E-1684-87D731664E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6F1BE2-2E6F-20C9-0E0D-4A51B35B1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1ADD7-EA96-4F45-A363-3C5152626663}" type="datetimeFigureOut">
              <a:rPr kumimoji="1" lang="ko-KR" altLang="en-US" smtClean="0"/>
              <a:t>2026. 7. 12.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28B1C7-9673-ABC8-180E-DD3B0001A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A72572-5399-8318-6455-F2E385ADB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C8FB2-9E1B-A248-8346-970828621EA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9210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A1F00B-E5FE-0A05-3B07-9B824C23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67CC10-1127-ABF8-E96E-AAF8985C2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A100D3-C090-9A6B-223A-360A6A5C2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1ADD7-EA96-4F45-A363-3C5152626663}" type="datetimeFigureOut">
              <a:rPr kumimoji="1" lang="ko-KR" altLang="en-US" smtClean="0"/>
              <a:t>2026. 7. 12.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F2662F-C7A0-F3AA-C9A4-860DD688E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079198-F998-C94E-4E23-E6DA1CE1D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C8FB2-9E1B-A248-8346-970828621EA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46900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CD48FB4-9C73-6874-B824-E5B27009FB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AF7619-1635-2075-A196-EE04E6E9CC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7E22AE-3EB5-3E6A-2992-C39C158AA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1ADD7-EA96-4F45-A363-3C5152626663}" type="datetimeFigureOut">
              <a:rPr kumimoji="1" lang="ko-KR" altLang="en-US" smtClean="0"/>
              <a:t>2026. 7. 12.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80E13B-CDDC-BF09-5B37-60393A157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77709B-185E-0473-F574-AA8E3CC05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C8FB2-9E1B-A248-8346-970828621EA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08000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0D128D9-5480-58D2-3B1F-BF0FA8587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928346-FB06-C1FD-43B1-1C6F4E330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8BC7B6-A451-9509-0E30-422ED114B0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B1ADD7-EA96-4F45-A363-3C5152626663}" type="datetimeFigureOut">
              <a:rPr kumimoji="1" lang="ko-KR" altLang="en-US" smtClean="0"/>
              <a:t>2026. 7. 12.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39A23B-BF5A-BDA6-B26E-A55BAAB0BE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443214-7580-E564-39C4-69527DA27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8C8FB2-9E1B-A248-8346-970828621EA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16275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376B2-E6D5-9F3B-67BF-F9F9D56FA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045829F8-28AC-05FE-3B62-7F44CD1BE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1F6EC"/>
              </a:gs>
              <a:gs pos="55000">
                <a:srgbClr val="E1EDD4"/>
              </a:gs>
              <a:gs pos="100000">
                <a:srgbClr val="C7DDB4"/>
              </a:gs>
            </a:gsLst>
            <a:lin ang="3000000" scaled="1"/>
          </a:gradFill>
        </p:spPr>
        <p:txBody>
          <a:bodyPr/>
          <a:lstStyle/>
          <a:p>
            <a:endParaRPr dirty="0"/>
          </a:p>
        </p:txBody>
      </p:sp>
      <p:sp>
        <p:nvSpPr>
          <p:cNvPr id="3" name="Decorative orb large">
            <a:extLst>
              <a:ext uri="{FF2B5EF4-FFF2-40B4-BE49-F238E27FC236}">
                <a16:creationId xmlns:a16="http://schemas.microsoft.com/office/drawing/2014/main" id="{3D2AE556-5236-DFD2-233C-C5E05DA01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92000" y="2458000"/>
            <a:ext cx="4400000" cy="4400000"/>
          </a:xfrm>
          <a:prstGeom prst="ellipse">
            <a:avLst/>
          </a:prstGeom>
          <a:gradFill>
            <a:gsLst>
              <a:gs pos="0">
                <a:srgbClr val="6E9F5E"/>
              </a:gs>
              <a:gs pos="100000">
                <a:srgbClr val="CFE0B8">
                  <a:alpha val="35000"/>
                </a:srgbClr>
              </a:gs>
            </a:gsLst>
            <a:path path="circle">
              <a:fillToRect l="30000" t="30000" r="70000" b="70000"/>
            </a:path>
          </a:gradFill>
        </p:spPr>
        <p:txBody>
          <a:bodyPr/>
          <a:lstStyle/>
          <a:p>
            <a:endParaRPr/>
          </a:p>
        </p:txBody>
      </p:sp>
      <p:sp>
        <p:nvSpPr>
          <p:cNvPr id="4" name="Decorative orb small">
            <a:extLst>
              <a:ext uri="{FF2B5EF4-FFF2-40B4-BE49-F238E27FC236}">
                <a16:creationId xmlns:a16="http://schemas.microsoft.com/office/drawing/2014/main" id="{1A3B7933-D982-BF49-7A2C-51D49760B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92000" y="0"/>
            <a:ext cx="2600000" cy="2600000"/>
          </a:xfrm>
          <a:prstGeom prst="ellipse">
            <a:avLst/>
          </a:prstGeom>
          <a:solidFill>
            <a:srgbClr val="BDD3A6">
              <a:alpha val="55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" name="Decorative code glyph">
            <a:extLst>
              <a:ext uri="{FF2B5EF4-FFF2-40B4-BE49-F238E27FC236}">
                <a16:creationId xmlns:a16="http://schemas.microsoft.com/office/drawing/2014/main" id="{A7BD394B-618B-6FE1-FA1C-57A4EED58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550000" y="4650000"/>
            <a:ext cx="2600000" cy="15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altLang="ko-KR" sz="6600" b="1" dirty="0">
                <a:solidFill>
                  <a:srgbClr val="FFFFFF">
                    <a:alpha val="60000"/>
                  </a:srgbClr>
                </a:solidFill>
                <a:latin typeface="Consolas" pitchFamily="49" charset="0"/>
              </a:rPr>
              <a:t>^^!</a:t>
            </a:r>
            <a:endParaRPr lang="en-US" sz="6600" b="1" dirty="0">
              <a:solidFill>
                <a:srgbClr val="FFFFFF">
                  <a:alpha val="60000"/>
                </a:srgbClr>
              </a:solidFill>
              <a:latin typeface="Consolas" pitchFamily="49" charset="0"/>
            </a:endParaRPr>
          </a:p>
        </p:txBody>
      </p:sp>
      <p:sp>
        <p:nvSpPr>
          <p:cNvPr id="6" name="Category tag">
            <a:extLst>
              <a:ext uri="{FF2B5EF4-FFF2-40B4-BE49-F238E27FC236}">
                <a16:creationId xmlns:a16="http://schemas.microsoft.com/office/drawing/2014/main" id="{EFB7152D-2589-E531-DB5A-51AA9C8B7D75}"/>
              </a:ext>
            </a:extLst>
          </p:cNvPr>
          <p:cNvSpPr/>
          <p:nvPr/>
        </p:nvSpPr>
        <p:spPr>
          <a:xfrm>
            <a:off x="915000" y="1420000"/>
            <a:ext cx="1950000" cy="520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E7C4E"/>
              </a:gs>
              <a:gs pos="100000">
                <a:srgbClr val="8FB865"/>
              </a:gs>
            </a:gsLst>
            <a:lin ang="0" scaled="1"/>
          </a:gradFill>
        </p:spPr>
        <p:txBody>
          <a:bodyPr wrap="square" lIns="0" tIns="0" rIns="0" bIns="0" anchor="ctr"/>
          <a:lstStyle/>
          <a:p>
            <a:pPr algn="ctr"/>
            <a:r>
              <a:rPr lang="en-US" sz="1300" b="1" spc="300" dirty="0">
                <a:solidFill>
                  <a:srgbClr val="FFFFFF"/>
                </a:solidFill>
                <a:latin typeface="+mn-lt"/>
              </a:rPr>
              <a:t>INFO BLOG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3039A0FF-B13D-63BB-8514-C234CC13A1DD}"/>
              </a:ext>
            </a:extLst>
          </p:cNvPr>
          <p:cNvSpPr txBox="1"/>
          <p:nvPr/>
        </p:nvSpPr>
        <p:spPr>
          <a:xfrm>
            <a:off x="900000" y="2280000"/>
            <a:ext cx="8600000" cy="1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8000"/>
              </a:lnSpc>
            </a:pPr>
            <a:r>
              <a:rPr lang="en-US" altLang="ko-KR" sz="4800" b="1">
                <a:solidFill>
                  <a:srgbClr val="26361F"/>
                </a:solidFill>
                <a:latin typeface="+mj-lt"/>
              </a:rPr>
              <a:t>{</a:t>
            </a:r>
            <a:r>
              <a:rPr lang="ko-KR" altLang="en-US" sz="4800" b="1">
                <a:solidFill>
                  <a:srgbClr val="26361F"/>
                </a:solidFill>
                <a:latin typeface="+mj-lt"/>
              </a:rPr>
              <a:t>제목</a:t>
            </a:r>
            <a:r>
              <a:rPr lang="en-US" altLang="ko-KR" sz="4800" b="1">
                <a:solidFill>
                  <a:srgbClr val="26361F"/>
                </a:solidFill>
                <a:latin typeface="+mj-lt"/>
              </a:rPr>
              <a:t>}</a:t>
            </a:r>
            <a:endParaRPr lang="ko-KR" altLang="en-US" sz="4800" b="1">
              <a:solidFill>
                <a:srgbClr val="3E7C4E"/>
              </a:solidFill>
              <a:latin typeface="+mj-lt"/>
            </a:endParaRPr>
          </a:p>
        </p:txBody>
      </p:sp>
      <p:sp>
        <p:nvSpPr>
          <p:cNvPr id="8" name="Accent underline">
            <a:extLst>
              <a:ext uri="{FF2B5EF4-FFF2-40B4-BE49-F238E27FC236}">
                <a16:creationId xmlns:a16="http://schemas.microsoft.com/office/drawing/2014/main" id="{D6BD274B-2574-A24E-F32E-8EC1A8260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5000" y="4320000"/>
            <a:ext cx="1350000" cy="90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E7C4E"/>
              </a:gs>
              <a:gs pos="100000">
                <a:srgbClr val="B3CE8A"/>
              </a:gs>
            </a:gsLst>
            <a:lin ang="0" scaled="1"/>
          </a:gradFill>
        </p:spPr>
        <p:txBody>
          <a:bodyPr/>
          <a:lstStyle/>
          <a:p>
            <a:endParaRPr/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439F7384-91EE-1105-FEE8-81B5842BD4B6}"/>
              </a:ext>
            </a:extLst>
          </p:cNvPr>
          <p:cNvSpPr txBox="1"/>
          <p:nvPr/>
        </p:nvSpPr>
        <p:spPr>
          <a:xfrm>
            <a:off x="900000" y="4560000"/>
            <a:ext cx="83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en-US" altLang="ko-KR" sz="2000" b="0">
                <a:solidFill>
                  <a:srgbClr val="566B4A"/>
                </a:solidFill>
                <a:latin typeface="+mn-lt"/>
              </a:rPr>
              <a:t>{</a:t>
            </a:r>
            <a:r>
              <a:rPr lang="ko-KR" altLang="en-US" sz="2000" b="0">
                <a:solidFill>
                  <a:srgbClr val="566B4A"/>
                </a:solidFill>
                <a:latin typeface="+mn-lt"/>
              </a:rPr>
              <a:t>부제목</a:t>
            </a:r>
            <a:r>
              <a:rPr lang="en-US" altLang="ko-KR" sz="2000" b="0">
                <a:solidFill>
                  <a:srgbClr val="566B4A"/>
                </a:solidFill>
                <a:latin typeface="+mn-lt"/>
              </a:rPr>
              <a:t>}</a:t>
            </a:r>
            <a:endParaRPr lang="ko-KR" altLang="en-US" sz="2000" b="0">
              <a:solidFill>
                <a:srgbClr val="566B4A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25584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1540</TotalTime>
  <Words>9</Words>
  <Application>Microsoft Macintosh PowerPoint</Application>
  <PresentationFormat>와이드스크린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Consolas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Hyunjin Lee</dc:creator>
  <cp:lastModifiedBy>Hyunjin Lee</cp:lastModifiedBy>
  <cp:revision>3</cp:revision>
  <dcterms:created xsi:type="dcterms:W3CDTF">2026-07-12T10:42:43Z</dcterms:created>
  <dcterms:modified xsi:type="dcterms:W3CDTF">2026-07-13T12:23:41Z</dcterms:modified>
</cp:coreProperties>
</file>